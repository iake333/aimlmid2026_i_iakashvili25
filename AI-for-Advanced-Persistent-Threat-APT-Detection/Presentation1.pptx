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photoAlbum/>
  <p:defaultTextStyle>
    <a:defPPr>
      <a:defRPr lang="ka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A48B-24B7-49E9-835E-01C4A4468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FA7BF-682E-461A-AA77-691D43CC2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ka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BD8D8-1999-4924-936C-4BC69F0F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30103-3B9F-4B54-B463-93A1185D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68D69-A245-4C27-94B3-7398E5264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317736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14C16-460C-452F-A53C-687E0F6B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00F1-0BA6-49B5-90B3-FB36D7F74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ka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414FD-5DCE-4FAE-9760-DA9753F0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EC49F-5E60-45E5-9ADB-12DC02BA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2C5C8-1ED4-4A63-8CA0-C774E863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81505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7882-ED90-4634-BA6A-A577AB076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7A797-CFE1-4AB7-BADF-68DC846C5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79C28-24A8-481F-8064-843E387C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6F5FE-487B-4F7F-900A-929055726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C799B-4966-497B-AEF4-ED0A798E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31248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ECCC-7C5B-44A8-BD29-FE0B6ECB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E0E57-3734-4872-9DCB-6A1F9A5E5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ka-G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55692-0E50-4307-8E0B-186754AA8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ka-G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42A9B-E281-4290-9B32-DCFC6559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A1EB1-E26A-4A09-8B25-DE90792AE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46F0-35E1-4200-8645-98C7646B7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837209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C204-56E9-40AA-BBDC-6F25D0C5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CD5ED-E75B-4AB4-8C3E-8E390556E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6A3D8-E0F8-4215-AA40-63BDF208C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ka-G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0521F-A442-4536-8A68-65F2EB43C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2B846-9965-4E6B-A667-E85A09EB6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ka-G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0C9DF0-1658-4AA7-9D8B-4BEBC0A8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33E9B-7751-4B51-BC7C-D36B43DC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E420C-31D6-487B-ADD9-4DAA91B1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34778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305B-A339-456C-9E0E-08ED52ABB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3F07A-786E-49A7-B4A1-B8A8ACA9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848070-B6AB-492F-A014-6C16CE11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6D506-FAE5-4E3C-B649-9C92A0F9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92971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99F278-D1AB-4B3B-B404-BF3448A8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8BF8E-139E-48C2-B27F-F78BC0E3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11A81-170E-4C4C-A01A-6983936A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87064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2A05-955F-43C3-807C-2D53BD7A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7503A-C8B6-40DE-8041-4B4CC3868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ka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98F3-7714-4FA0-8394-BA59C6209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1909F-86CC-4F64-9BAE-ED08ADA6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4E0B3-EDD3-4070-8124-5B025D3C1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D57AA-B861-434B-A503-CEF41002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330559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85E1-CA69-4366-98E1-28A228F7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0F9E5-6058-42A9-8FB6-6F9CF7D01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a-G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919A5-B179-4E20-81D5-ADA3350DE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CA8EA-C848-4C5D-AC4F-03300310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E5B1F-CDCF-4FD1-B533-005F9F70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18CA3-D5BC-4D27-A7D7-76BAFF06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29633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C563-BD8B-4B64-A6F0-C9818E943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C3DA3-7A4B-4E26-A94F-6C7A2429F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ka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CF4E2-FEF2-4A6B-8441-5EC4E76E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088EC-1519-49C2-8EE3-40C2CDE9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BAD58-5A99-4D55-A421-4E90D4D3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284365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BD78F-0BAC-460A-AC3C-1EB210559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6FEB7-94D0-4821-9F1A-25CEF52CF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ka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6D81C-1520-49CC-9323-98A7C0D4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187DD-AD26-4F6B-937E-65F25C2C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7321C-D5A8-48CA-A03A-3E1D2555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112445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573057-647B-46E2-A3F1-8079274B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ka-G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7CFE5-CC37-4A96-8523-0CA92F81C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ka-G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29BFF-7997-4E64-B047-A23702C3C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36A16-9463-4494-BB8A-F3DBB1BB4607}" type="datetimeFigureOut">
              <a:rPr lang="ka-GE" smtClean="0"/>
              <a:t>31.01.2026</a:t>
            </a:fld>
            <a:endParaRPr lang="ka-G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9BD4E-3BE7-4AD8-B7F1-E6E22484B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a-G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2BDDB-92EC-4C8B-AD4E-A8345510C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50E27-F692-4E85-A986-9C4AC9CC2806}" type="slidenum">
              <a:rPr lang="ka-GE" smtClean="0"/>
              <a:t>‹#›</a:t>
            </a:fld>
            <a:endParaRPr lang="ka-GE"/>
          </a:p>
        </p:txBody>
      </p:sp>
    </p:spTree>
    <p:extLst>
      <p:ext uri="{BB962C8B-B14F-4D97-AF65-F5344CB8AC3E}">
        <p14:creationId xmlns:p14="http://schemas.microsoft.com/office/powerpoint/2010/main" val="9365135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a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ECCA-61A5-4774-9867-E6A316E6E9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a-G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430BF-FD68-4EAC-A506-131827281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 flipV="1">
            <a:off x="10667999" y="3556319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ka-G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BF592-44AB-4DDB-879D-F5572F38F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724"/>
            <a:ext cx="9006846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49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1 211458">
            <a:extLst>
              <a:ext uri="{FF2B5EF4-FFF2-40B4-BE49-F238E27FC236}">
                <a16:creationId xmlns:a16="http://schemas.microsoft.com/office/drawing/2014/main" id="{B3648F7C-F580-43EB-BFE0-F98D35024EE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0"/>
            <a:ext cx="12133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32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1 211536">
            <a:extLst>
              <a:ext uri="{FF2B5EF4-FFF2-40B4-BE49-F238E27FC236}">
                <a16:creationId xmlns:a16="http://schemas.microsoft.com/office/drawing/2014/main" id="{705F2E81-62A1-4486-BC95-E1E06225438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0"/>
            <a:ext cx="117602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9A2372-1B3D-4E86-B3B7-B850E95EF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59"/>
            <a:ext cx="12192000" cy="656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5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1 211619">
            <a:extLst>
              <a:ext uri="{FF2B5EF4-FFF2-40B4-BE49-F238E27FC236}">
                <a16:creationId xmlns:a16="http://schemas.microsoft.com/office/drawing/2014/main" id="{C825F6E8-1990-4830-B187-A4A0BBDEB0B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650"/>
            <a:ext cx="12192000" cy="6615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B16D4D-9F05-4DC5-B423-A1F0CE4D7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29" y="0"/>
            <a:ext cx="111043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4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1 211639">
            <a:extLst>
              <a:ext uri="{FF2B5EF4-FFF2-40B4-BE49-F238E27FC236}">
                <a16:creationId xmlns:a16="http://schemas.microsoft.com/office/drawing/2014/main" id="{D2797432-3702-4E9B-AD9E-8424EF3BFA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213"/>
            <a:ext cx="12192000" cy="6759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479B02-6DC2-4D53-940B-875286D85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006"/>
            <a:ext cx="12192000" cy="675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9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1 211659">
            <a:extLst>
              <a:ext uri="{FF2B5EF4-FFF2-40B4-BE49-F238E27FC236}">
                <a16:creationId xmlns:a16="http://schemas.microsoft.com/office/drawing/2014/main" id="{2EC7135E-F3AA-4D76-92D5-3FD020B6B6D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363"/>
            <a:ext cx="12192000" cy="6643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FA184D-E498-4BCF-B527-AB240A84A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79"/>
            <a:ext cx="12192000" cy="683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88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1 211717">
            <a:extLst>
              <a:ext uri="{FF2B5EF4-FFF2-40B4-BE49-F238E27FC236}">
                <a16:creationId xmlns:a16="http://schemas.microsoft.com/office/drawing/2014/main" id="{BD497884-6BD0-48F5-9D61-AC07E32137F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8"/>
            <a:ext cx="12192000" cy="6842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C14F2D-44AC-4ADD-A6EB-EE1F52C11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194"/>
            <a:ext cx="12192000" cy="640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01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1-31 211741">
            <a:extLst>
              <a:ext uri="{FF2B5EF4-FFF2-40B4-BE49-F238E27FC236}">
                <a16:creationId xmlns:a16="http://schemas.microsoft.com/office/drawing/2014/main" id="{04C825B1-34F0-4F2C-808E-2C3480308AF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"/>
            <a:ext cx="12192000" cy="678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65DF3A-D3F1-4DD3-81A7-502B2DA08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37"/>
            <a:ext cx="12192000" cy="67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8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F6D390-50EF-45DC-A2FF-F3146378C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08" y="0"/>
            <a:ext cx="116231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0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16374A-3924-4E90-849C-BBF7C8961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0309"/>
            <a:ext cx="12192000" cy="405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97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Sylfaen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irakli iakashvili</dc:creator>
  <cp:lastModifiedBy>irakli iakashvili</cp:lastModifiedBy>
  <cp:revision>1</cp:revision>
  <dcterms:created xsi:type="dcterms:W3CDTF">2026-01-31T17:21:31Z</dcterms:created>
  <dcterms:modified xsi:type="dcterms:W3CDTF">2026-01-31T17:41:23Z</dcterms:modified>
</cp:coreProperties>
</file>